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  <p:sldId id="263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3563F2-7ED4-423D-E925-0DA69E7ADC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AB1260B-44E5-E578-0ADD-4FC663AC6D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99B48B-C301-A2FB-8B4A-8388C38FC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C4337-75AE-4E36-B2FE-ACB2FD7666A1}" type="datetimeFigureOut">
              <a:rPr lang="zh-CN" altLang="en-US" smtClean="0"/>
              <a:t>2022/12/21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18EFE6-86B1-B0D0-122C-8C233B612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A07708-E79E-B834-EA50-02CDC1465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4854E-193B-4AEC-9DE2-36A50B44D4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7528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6C9867-DC57-B088-6CC8-BFAB5AD24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887282-80F5-94BD-AE28-B757CD0A8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1DFF7B-5060-7776-2C7B-10AEEF153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C4337-75AE-4E36-B2FE-ACB2FD7666A1}" type="datetimeFigureOut">
              <a:rPr lang="zh-CN" altLang="en-US" smtClean="0"/>
              <a:t>2022/12/21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B66E9F-B8EE-9A7D-0B4B-D47BF9164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FAD293-4ACA-0749-F2BA-EFA9DB735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4854E-193B-4AEC-9DE2-36A50B44D4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5719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AC239A-1DB9-30D2-DB33-9501F0EEE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92F42D7-A3E3-A4BE-A81D-101A1A9D6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214888-6425-2692-B0D1-B0CCB34B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C4337-75AE-4E36-B2FE-ACB2FD7666A1}" type="datetimeFigureOut">
              <a:rPr lang="zh-CN" altLang="en-US" smtClean="0"/>
              <a:t>2022/12/21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BB2CF4-0C88-2384-2AA8-E50A77745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44457F-597F-33E2-A85F-11E6D3414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4854E-193B-4AEC-9DE2-36A50B44D4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0632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84262A-BDED-7966-D5CF-E54C9D78F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B52D39-8EA8-4D64-0CC8-7127C4AA8F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876A974-78A4-A983-B608-172059D5FA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D454F8E-F8F8-4DE5-0591-CD1822B87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C4337-75AE-4E36-B2FE-ACB2FD7666A1}" type="datetimeFigureOut">
              <a:rPr lang="zh-CN" altLang="en-US" smtClean="0"/>
              <a:t>2022/12/21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49AE47F-2F28-95A1-D53D-653A1D0F6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47779D3-8261-ECAB-0E7B-7BCE8C0A7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4854E-193B-4AEC-9DE2-36A50B44D4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056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120BB9-5D46-D10D-E0C1-9162ED12F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B8BCC77-1B8F-53AE-434C-F693C46649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AF684FF-BC14-C7AE-276C-59C0E54CC8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52C8BB1-E3BF-3475-003F-D2FF882356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226320F-11F9-4CD1-2F5B-E86861748C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A740F28-1484-936A-5E0B-777244A7C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C4337-75AE-4E36-B2FE-ACB2FD7666A1}" type="datetimeFigureOut">
              <a:rPr lang="zh-CN" altLang="en-US" smtClean="0"/>
              <a:t>2022/12/21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17B3607-F921-FD20-ECA1-CCFBDEB83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1FF4FCD-9B37-DEE5-DE09-15B5D18B0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4854E-193B-4AEC-9DE2-36A50B44D4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1440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C25997-9573-9CB7-08AB-AD16B9A4B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F50DCFF-CA6C-AF40-4BE2-9E2B77DCB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C4337-75AE-4E36-B2FE-ACB2FD7666A1}" type="datetimeFigureOut">
              <a:rPr lang="zh-CN" altLang="en-US" smtClean="0"/>
              <a:t>2022/12/21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109F343-7787-23F8-761B-268B669E4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C73B7D7-83A1-612E-404E-51823E629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4854E-193B-4AEC-9DE2-36A50B44D4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4900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0086FDD-AF18-F647-943A-81E0F21DD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C4337-75AE-4E36-B2FE-ACB2FD7666A1}" type="datetimeFigureOut">
              <a:rPr lang="zh-CN" altLang="en-US" smtClean="0"/>
              <a:t>2022/12/21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BC5E514-457B-7A61-74D6-7BEB6A709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F68EA3-4687-2345-6A62-42316F867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4854E-193B-4AEC-9DE2-36A50B44D4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7439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32558A-6FAD-14CD-97FE-9B83151B7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323F8A-1DF9-0F6B-C54C-DFC4B0094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2EE5F6B-2116-F18A-8E6B-075112E049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1251CAB-8FEB-A189-7A47-4760DA165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C4337-75AE-4E36-B2FE-ACB2FD7666A1}" type="datetimeFigureOut">
              <a:rPr lang="zh-CN" altLang="en-US" smtClean="0"/>
              <a:t>2022/12/21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5ABC634-61A3-2016-FFBF-4290A7F06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81F7C8B-48E9-F7F4-AEBD-47A645CE3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4854E-193B-4AEC-9DE2-36A50B44D4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5056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D6DA76-DEAC-A27E-B8D2-9693AED2B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CEACE84-5C9F-B0EB-DB04-9B81A7B5E3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0057475-21BC-CF3D-4C63-30EB900322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C0D151D-BFA2-8B52-CE46-DE037B878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C4337-75AE-4E36-B2FE-ACB2FD7666A1}" type="datetimeFigureOut">
              <a:rPr lang="zh-CN" altLang="en-US" smtClean="0"/>
              <a:t>2022/12/21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04EEF3-D088-A7D4-E0D7-8FD106CC8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D3DBC1B-3249-C0EE-C5F6-9DEBFAA5B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4854E-193B-4AEC-9DE2-36A50B44D4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5204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D574B3-DF68-C02B-53FD-8BC465131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0C1C462-5C2C-A113-562C-57D5FC14C3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67F0D6-1B49-FDC7-989B-0C8C324B9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C4337-75AE-4E36-B2FE-ACB2FD7666A1}" type="datetimeFigureOut">
              <a:rPr lang="zh-CN" altLang="en-US" smtClean="0"/>
              <a:t>2022/12/21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7E1DF1-C0CF-D475-E7E4-7AC28AC70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391A9B-0835-F513-CCDA-9989DCBD6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4854E-193B-4AEC-9DE2-36A50B44D4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4137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0996FA2-0BB5-6813-F921-22C5EC8036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B6CA026-3626-24D6-4C68-640D357F4F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6B7299-A615-A890-2B04-EDA0F86A5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C4337-75AE-4E36-B2FE-ACB2FD7666A1}" type="datetimeFigureOut">
              <a:rPr lang="zh-CN" altLang="en-US" smtClean="0"/>
              <a:t>2022/12/21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9B1A38-56BB-E4F4-0D86-966D1CFA8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CF1DED-E9B0-E78E-B54E-E4BB9CF6D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4854E-193B-4AEC-9DE2-36A50B44D4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2348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AE57E7A-2781-83EA-E9EA-07712BB1E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B07925C-59B3-D907-330E-1A43A2CDB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91A756-37C7-158C-4226-5B5B1588AB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AC4337-75AE-4E36-B2FE-ACB2FD7666A1}" type="datetimeFigureOut">
              <a:rPr lang="zh-CN" altLang="en-US" smtClean="0"/>
              <a:t>2022/12/21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0E881E-B994-D055-DD91-47A0C257D2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1A564D-006D-4032-C877-C6CE7C6529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04854E-193B-4AEC-9DE2-36A50B44D4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8472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8116C873-30E3-46BE-904C-BC7A270FC7BB}"/>
              </a:ext>
            </a:extLst>
          </p:cNvPr>
          <p:cNvCxnSpPr>
            <a:cxnSpLocks/>
          </p:cNvCxnSpPr>
          <p:nvPr/>
        </p:nvCxnSpPr>
        <p:spPr>
          <a:xfrm flipV="1">
            <a:off x="4685871" y="4707527"/>
            <a:ext cx="1" cy="451297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2" name="箭头: 右 41">
            <a:extLst>
              <a:ext uri="{FF2B5EF4-FFF2-40B4-BE49-F238E27FC236}">
                <a16:creationId xmlns:a16="http://schemas.microsoft.com/office/drawing/2014/main" id="{A7667E1F-7C1F-4565-8F00-F004623A9AC6}"/>
              </a:ext>
            </a:extLst>
          </p:cNvPr>
          <p:cNvSpPr/>
          <p:nvPr/>
        </p:nvSpPr>
        <p:spPr>
          <a:xfrm>
            <a:off x="1535837" y="4265250"/>
            <a:ext cx="9929675" cy="384372"/>
          </a:xfrm>
          <a:prstGeom prst="rightArrow">
            <a:avLst>
              <a:gd name="adj1" fmla="val 50000"/>
              <a:gd name="adj2" fmla="val 96659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0071831-0064-4695-8B8C-AE985A4DF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Low-Switching-Cost Reinforcement Learning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8C85D191-5728-4C59-A577-7E3BA1F8752D}"/>
              </a:ext>
            </a:extLst>
          </p:cNvPr>
          <p:cNvSpPr/>
          <p:nvPr/>
        </p:nvSpPr>
        <p:spPr>
          <a:xfrm>
            <a:off x="1535837" y="3188816"/>
            <a:ext cx="9929675" cy="384372"/>
          </a:xfrm>
          <a:prstGeom prst="rightArrow">
            <a:avLst>
              <a:gd name="adj1" fmla="val 50000"/>
              <a:gd name="adj2" fmla="val 96659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2D45D29-4578-45BB-B6FD-CECCB796B80A}"/>
              </a:ext>
            </a:extLst>
          </p:cNvPr>
          <p:cNvSpPr/>
          <p:nvPr/>
        </p:nvSpPr>
        <p:spPr>
          <a:xfrm>
            <a:off x="608121" y="1836316"/>
            <a:ext cx="10431262" cy="73684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0D0068C-3CB4-4036-8DCE-6CFEED006C9E}"/>
              </a:ext>
            </a:extLst>
          </p:cNvPr>
          <p:cNvSpPr/>
          <p:nvPr/>
        </p:nvSpPr>
        <p:spPr>
          <a:xfrm>
            <a:off x="812308" y="5160886"/>
            <a:ext cx="10431262" cy="736847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 Replay Buffer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BFCA5D2-239A-4A90-9CC2-3753FFECE175}"/>
              </a:ext>
            </a:extLst>
          </p:cNvPr>
          <p:cNvSpPr/>
          <p:nvPr/>
        </p:nvSpPr>
        <p:spPr>
          <a:xfrm>
            <a:off x="354087" y="2966909"/>
            <a:ext cx="1535837" cy="736847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BB1DDAB9-0B8E-4423-B4CF-88CA81E9E46E}"/>
              </a:ext>
            </a:extLst>
          </p:cNvPr>
          <p:cNvSpPr/>
          <p:nvPr/>
        </p:nvSpPr>
        <p:spPr>
          <a:xfrm>
            <a:off x="2833693" y="3067223"/>
            <a:ext cx="532660" cy="550030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AC48529F-0E47-4B05-A8B4-717E517889FF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3100023" y="2573163"/>
            <a:ext cx="0" cy="49406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AE90039B-E8E0-4CA4-BE1C-837132204A4C}"/>
              </a:ext>
            </a:extLst>
          </p:cNvPr>
          <p:cNvCxnSpPr>
            <a:cxnSpLocks/>
            <a:stCxn id="11" idx="4"/>
          </p:cNvCxnSpPr>
          <p:nvPr/>
        </p:nvCxnSpPr>
        <p:spPr>
          <a:xfrm>
            <a:off x="3100023" y="3617253"/>
            <a:ext cx="0" cy="154363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椭圆 13">
            <a:extLst>
              <a:ext uri="{FF2B5EF4-FFF2-40B4-BE49-F238E27FC236}">
                <a16:creationId xmlns:a16="http://schemas.microsoft.com/office/drawing/2014/main" id="{C90A7CDF-BCDE-4E50-97D3-BE2B91EA6E01}"/>
              </a:ext>
            </a:extLst>
          </p:cNvPr>
          <p:cNvSpPr/>
          <p:nvPr/>
        </p:nvSpPr>
        <p:spPr>
          <a:xfrm>
            <a:off x="3626531" y="3067223"/>
            <a:ext cx="532660" cy="550030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317BD3C5-10EB-4968-B0D9-59BA653A80CD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3892861" y="2573163"/>
            <a:ext cx="0" cy="49406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1970CF76-0F4F-4A3D-9B6C-EB88D065B69C}"/>
              </a:ext>
            </a:extLst>
          </p:cNvPr>
          <p:cNvCxnSpPr>
            <a:cxnSpLocks/>
            <a:stCxn id="14" idx="4"/>
          </p:cNvCxnSpPr>
          <p:nvPr/>
        </p:nvCxnSpPr>
        <p:spPr>
          <a:xfrm>
            <a:off x="3892861" y="3617253"/>
            <a:ext cx="0" cy="154363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椭圆 16">
            <a:extLst>
              <a:ext uri="{FF2B5EF4-FFF2-40B4-BE49-F238E27FC236}">
                <a16:creationId xmlns:a16="http://schemas.microsoft.com/office/drawing/2014/main" id="{DBAD90ED-194D-4CE0-A184-CE941212E365}"/>
              </a:ext>
            </a:extLst>
          </p:cNvPr>
          <p:cNvSpPr/>
          <p:nvPr/>
        </p:nvSpPr>
        <p:spPr>
          <a:xfrm>
            <a:off x="492713" y="6077150"/>
            <a:ext cx="532660" cy="550030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9EA6DEA-617C-4EF6-91DD-4B7FDE1EF3EE}"/>
              </a:ext>
            </a:extLst>
          </p:cNvPr>
          <p:cNvSpPr txBox="1"/>
          <p:nvPr/>
        </p:nvSpPr>
        <p:spPr>
          <a:xfrm>
            <a:off x="1159562" y="6103221"/>
            <a:ext cx="17379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Interaction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758648A1-B36C-4FAB-9770-FFD2CE1156E4}"/>
              </a:ext>
            </a:extLst>
          </p:cNvPr>
          <p:cNvSpPr/>
          <p:nvPr/>
        </p:nvSpPr>
        <p:spPr>
          <a:xfrm>
            <a:off x="4958180" y="6085515"/>
            <a:ext cx="532660" cy="55003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030A0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393FE0E-AFCC-40F5-A34C-8071E6FE4B74}"/>
              </a:ext>
            </a:extLst>
          </p:cNvPr>
          <p:cNvSpPr txBox="1"/>
          <p:nvPr/>
        </p:nvSpPr>
        <p:spPr>
          <a:xfrm>
            <a:off x="5625029" y="6111586"/>
            <a:ext cx="15199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Updating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CACB5BCA-3223-4A82-95DD-AB5931F48409}"/>
              </a:ext>
            </a:extLst>
          </p:cNvPr>
          <p:cNvSpPr/>
          <p:nvPr/>
        </p:nvSpPr>
        <p:spPr>
          <a:xfrm>
            <a:off x="5224510" y="3083973"/>
            <a:ext cx="532660" cy="550030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0D64E5BB-1F9F-4793-A84E-27543448EBE1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5490840" y="2573163"/>
            <a:ext cx="0" cy="51081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A3F19724-3F62-4970-8A43-8970958765A1}"/>
              </a:ext>
            </a:extLst>
          </p:cNvPr>
          <p:cNvCxnSpPr>
            <a:cxnSpLocks/>
            <a:stCxn id="23" idx="4"/>
          </p:cNvCxnSpPr>
          <p:nvPr/>
        </p:nvCxnSpPr>
        <p:spPr>
          <a:xfrm>
            <a:off x="5490840" y="3634003"/>
            <a:ext cx="0" cy="154363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椭圆 25">
            <a:extLst>
              <a:ext uri="{FF2B5EF4-FFF2-40B4-BE49-F238E27FC236}">
                <a16:creationId xmlns:a16="http://schemas.microsoft.com/office/drawing/2014/main" id="{C1CD26DB-EC37-476B-B594-AE54D6947313}"/>
              </a:ext>
            </a:extLst>
          </p:cNvPr>
          <p:cNvSpPr/>
          <p:nvPr/>
        </p:nvSpPr>
        <p:spPr>
          <a:xfrm>
            <a:off x="6023499" y="3067223"/>
            <a:ext cx="532660" cy="550030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E2253570-43D2-48FA-AB78-D9A31E6E0926}"/>
              </a:ext>
            </a:extLst>
          </p:cNvPr>
          <p:cNvCxnSpPr>
            <a:cxnSpLocks/>
            <a:endCxn id="26" idx="0"/>
          </p:cNvCxnSpPr>
          <p:nvPr/>
        </p:nvCxnSpPr>
        <p:spPr>
          <a:xfrm>
            <a:off x="6289829" y="2573163"/>
            <a:ext cx="0" cy="49406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7B28C8CA-60BE-48EE-A48D-08ED617D8B07}"/>
              </a:ext>
            </a:extLst>
          </p:cNvPr>
          <p:cNvCxnSpPr>
            <a:cxnSpLocks/>
            <a:stCxn id="26" idx="4"/>
          </p:cNvCxnSpPr>
          <p:nvPr/>
        </p:nvCxnSpPr>
        <p:spPr>
          <a:xfrm>
            <a:off x="6289829" y="3617253"/>
            <a:ext cx="0" cy="154363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椭圆 28">
            <a:extLst>
              <a:ext uri="{FF2B5EF4-FFF2-40B4-BE49-F238E27FC236}">
                <a16:creationId xmlns:a16="http://schemas.microsoft.com/office/drawing/2014/main" id="{7CBE2CE4-BFED-43F5-96CB-01C7B68E1CA8}"/>
              </a:ext>
            </a:extLst>
          </p:cNvPr>
          <p:cNvSpPr/>
          <p:nvPr/>
        </p:nvSpPr>
        <p:spPr>
          <a:xfrm>
            <a:off x="6822488" y="3067223"/>
            <a:ext cx="532660" cy="550030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F0C2678A-A33C-454E-9C17-EB5BC625A033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7088818" y="2573163"/>
            <a:ext cx="0" cy="49406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D19D5CB7-5A86-43CE-AA88-B895F7EA6FC2}"/>
              </a:ext>
            </a:extLst>
          </p:cNvPr>
          <p:cNvCxnSpPr>
            <a:cxnSpLocks/>
            <a:stCxn id="29" idx="4"/>
          </p:cNvCxnSpPr>
          <p:nvPr/>
        </p:nvCxnSpPr>
        <p:spPr>
          <a:xfrm>
            <a:off x="7088818" y="3617253"/>
            <a:ext cx="0" cy="154363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2" name="椭圆 31">
            <a:extLst>
              <a:ext uri="{FF2B5EF4-FFF2-40B4-BE49-F238E27FC236}">
                <a16:creationId xmlns:a16="http://schemas.microsoft.com/office/drawing/2014/main" id="{43D4CF7E-F22E-4679-A5F4-E63DE21733CC}"/>
              </a:ext>
            </a:extLst>
          </p:cNvPr>
          <p:cNvSpPr/>
          <p:nvPr/>
        </p:nvSpPr>
        <p:spPr>
          <a:xfrm>
            <a:off x="4425520" y="3065763"/>
            <a:ext cx="532660" cy="55003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030A0"/>
              </a:solidFill>
            </a:endParaRP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5D71C957-464D-4EC9-9B0C-D08F23FBEBA2}"/>
              </a:ext>
            </a:extLst>
          </p:cNvPr>
          <p:cNvCxnSpPr>
            <a:cxnSpLocks/>
            <a:endCxn id="32" idx="4"/>
          </p:cNvCxnSpPr>
          <p:nvPr/>
        </p:nvCxnSpPr>
        <p:spPr>
          <a:xfrm flipV="1">
            <a:off x="4691850" y="3615793"/>
            <a:ext cx="0" cy="1543031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4" name="椭圆 33">
            <a:extLst>
              <a:ext uri="{FF2B5EF4-FFF2-40B4-BE49-F238E27FC236}">
                <a16:creationId xmlns:a16="http://schemas.microsoft.com/office/drawing/2014/main" id="{FFD31FD2-C104-4AE9-AE85-25D5A030E7F3}"/>
              </a:ext>
            </a:extLst>
          </p:cNvPr>
          <p:cNvSpPr/>
          <p:nvPr/>
        </p:nvSpPr>
        <p:spPr>
          <a:xfrm>
            <a:off x="9250177" y="3072578"/>
            <a:ext cx="532660" cy="550030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0B05FCA3-EB76-4E2E-9990-CDDA5BA9AB7D}"/>
              </a:ext>
            </a:extLst>
          </p:cNvPr>
          <p:cNvCxnSpPr>
            <a:cxnSpLocks/>
            <a:endCxn id="34" idx="0"/>
          </p:cNvCxnSpPr>
          <p:nvPr/>
        </p:nvCxnSpPr>
        <p:spPr>
          <a:xfrm>
            <a:off x="9516507" y="2573163"/>
            <a:ext cx="0" cy="4994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3CBD8560-3AA9-4CF0-9275-FA6220E57CB7}"/>
              </a:ext>
            </a:extLst>
          </p:cNvPr>
          <p:cNvCxnSpPr>
            <a:cxnSpLocks/>
            <a:stCxn id="34" idx="4"/>
          </p:cNvCxnSpPr>
          <p:nvPr/>
        </p:nvCxnSpPr>
        <p:spPr>
          <a:xfrm>
            <a:off x="9516507" y="3622608"/>
            <a:ext cx="0" cy="154363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7" name="椭圆 36">
            <a:extLst>
              <a:ext uri="{FF2B5EF4-FFF2-40B4-BE49-F238E27FC236}">
                <a16:creationId xmlns:a16="http://schemas.microsoft.com/office/drawing/2014/main" id="{DE06B63F-86AD-40BA-8805-0E7B902095FF}"/>
              </a:ext>
            </a:extLst>
          </p:cNvPr>
          <p:cNvSpPr/>
          <p:nvPr/>
        </p:nvSpPr>
        <p:spPr>
          <a:xfrm>
            <a:off x="8441288" y="3067741"/>
            <a:ext cx="532660" cy="550030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E2AF50EA-6D3E-40CE-BCFC-AA5FC0021942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8707618" y="2573163"/>
            <a:ext cx="0" cy="49457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520E861A-5447-4B4C-A3F0-3181AA75F7A4}"/>
              </a:ext>
            </a:extLst>
          </p:cNvPr>
          <p:cNvCxnSpPr>
            <a:cxnSpLocks/>
            <a:stCxn id="37" idx="4"/>
          </p:cNvCxnSpPr>
          <p:nvPr/>
        </p:nvCxnSpPr>
        <p:spPr>
          <a:xfrm>
            <a:off x="8707618" y="3617771"/>
            <a:ext cx="0" cy="154363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05136DF9-545B-450A-B8C1-EA60A8D48558}"/>
              </a:ext>
            </a:extLst>
          </p:cNvPr>
          <p:cNvSpPr/>
          <p:nvPr/>
        </p:nvSpPr>
        <p:spPr>
          <a:xfrm>
            <a:off x="319093" y="4067350"/>
            <a:ext cx="2175768" cy="736847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E9E7EE70-5772-419C-B65F-8F15CD7E14F1}"/>
              </a:ext>
            </a:extLst>
          </p:cNvPr>
          <p:cNvSpPr/>
          <p:nvPr/>
        </p:nvSpPr>
        <p:spPr>
          <a:xfrm>
            <a:off x="9419553" y="6098181"/>
            <a:ext cx="532660" cy="55003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030A0"/>
              </a:solidFill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D50BB11F-1FA7-407D-920D-C1EBF662D611}"/>
              </a:ext>
            </a:extLst>
          </p:cNvPr>
          <p:cNvSpPr txBox="1"/>
          <p:nvPr/>
        </p:nvSpPr>
        <p:spPr>
          <a:xfrm>
            <a:off x="10090496" y="6124892"/>
            <a:ext cx="11817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F1F04571-AA29-42AA-A03B-56F2BD26ACEF}"/>
              </a:ext>
            </a:extLst>
          </p:cNvPr>
          <p:cNvSpPr/>
          <p:nvPr/>
        </p:nvSpPr>
        <p:spPr>
          <a:xfrm>
            <a:off x="327196" y="2968143"/>
            <a:ext cx="2188579" cy="736847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Deployed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93177BE5-FDC6-44D8-A921-D935CEFCB6F0}"/>
              </a:ext>
            </a:extLst>
          </p:cNvPr>
          <p:cNvSpPr/>
          <p:nvPr/>
        </p:nvSpPr>
        <p:spPr>
          <a:xfrm>
            <a:off x="4425408" y="3060317"/>
            <a:ext cx="532660" cy="55003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030A0"/>
              </a:solidFill>
            </a:endParaRPr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8101C357-7316-41EB-8E0F-E46E646D091C}"/>
              </a:ext>
            </a:extLst>
          </p:cNvPr>
          <p:cNvSpPr/>
          <p:nvPr/>
        </p:nvSpPr>
        <p:spPr>
          <a:xfrm>
            <a:off x="4419541" y="4157497"/>
            <a:ext cx="532660" cy="55003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030A0"/>
              </a:solidFill>
            </a:endParaRPr>
          </a:p>
        </p:txBody>
      </p:sp>
      <p:sp>
        <p:nvSpPr>
          <p:cNvPr id="64" name="椭圆 63">
            <a:extLst>
              <a:ext uri="{FF2B5EF4-FFF2-40B4-BE49-F238E27FC236}">
                <a16:creationId xmlns:a16="http://schemas.microsoft.com/office/drawing/2014/main" id="{5422ACDC-C616-4F2D-875F-AD6C0444B84D}"/>
              </a:ext>
            </a:extLst>
          </p:cNvPr>
          <p:cNvSpPr/>
          <p:nvPr/>
        </p:nvSpPr>
        <p:spPr>
          <a:xfrm>
            <a:off x="7619419" y="4208925"/>
            <a:ext cx="532660" cy="55003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030A0"/>
              </a:solidFill>
            </a:endParaRPr>
          </a:p>
        </p:txBody>
      </p: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DFB6B744-5A5A-424B-AFA7-265F4989D921}"/>
              </a:ext>
            </a:extLst>
          </p:cNvPr>
          <p:cNvCxnSpPr>
            <a:cxnSpLocks/>
            <a:stCxn id="63" idx="0"/>
            <a:endCxn id="62" idx="4"/>
          </p:cNvCxnSpPr>
          <p:nvPr/>
        </p:nvCxnSpPr>
        <p:spPr>
          <a:xfrm flipV="1">
            <a:off x="4685871" y="3610347"/>
            <a:ext cx="5867" cy="54715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438F6CB4-91C7-4BAF-9258-5AD40B011F5E}"/>
              </a:ext>
            </a:extLst>
          </p:cNvPr>
          <p:cNvCxnSpPr>
            <a:cxnSpLocks/>
            <a:endCxn id="64" idx="4"/>
          </p:cNvCxnSpPr>
          <p:nvPr/>
        </p:nvCxnSpPr>
        <p:spPr>
          <a:xfrm flipH="1" flipV="1">
            <a:off x="7885749" y="4758955"/>
            <a:ext cx="11958" cy="395843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1419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 animBg="1"/>
      <p:bldP spid="52" grpId="0" animBg="1"/>
      <p:bldP spid="53" grpId="0"/>
      <p:bldP spid="56" grpId="0" animBg="1"/>
      <p:bldP spid="62" grpId="0" animBg="1"/>
      <p:bldP spid="63" grpId="0" animBg="1"/>
      <p:bldP spid="6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071831-0064-4695-8B8C-AE985A4DF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+ Finance:</a:t>
            </a:r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Framework For Risk Prediction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4E0E3405-1312-6451-2DAD-310ADEFF73CE}"/>
              </a:ext>
            </a:extLst>
          </p:cNvPr>
          <p:cNvSpPr/>
          <p:nvPr/>
        </p:nvSpPr>
        <p:spPr>
          <a:xfrm>
            <a:off x="-32071" y="3191136"/>
            <a:ext cx="2250141" cy="160468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Report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83D6524A-32BE-914E-293F-40F7D3C0D00D}"/>
              </a:ext>
            </a:extLst>
          </p:cNvPr>
          <p:cNvSpPr/>
          <p:nvPr/>
        </p:nvSpPr>
        <p:spPr>
          <a:xfrm>
            <a:off x="6447146" y="1674571"/>
            <a:ext cx="2250141" cy="160468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 Model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F4B129C1-FF28-2B2D-0F77-24C2A883728D}"/>
              </a:ext>
            </a:extLst>
          </p:cNvPr>
          <p:cNvSpPr/>
          <p:nvPr/>
        </p:nvSpPr>
        <p:spPr>
          <a:xfrm>
            <a:off x="2721157" y="4790971"/>
            <a:ext cx="2542364" cy="160468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Non-sequential Data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1EED45B-CB7C-30BF-8233-DD33B5AE7FA8}"/>
              </a:ext>
            </a:extLst>
          </p:cNvPr>
          <p:cNvSpPr/>
          <p:nvPr/>
        </p:nvSpPr>
        <p:spPr>
          <a:xfrm>
            <a:off x="2867269" y="1694789"/>
            <a:ext cx="2250141" cy="160468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 Data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E19192DD-9E2C-F433-BE9B-691D3851C816}"/>
              </a:ext>
            </a:extLst>
          </p:cNvPr>
          <p:cNvSpPr/>
          <p:nvPr/>
        </p:nvSpPr>
        <p:spPr>
          <a:xfrm>
            <a:off x="6147613" y="4790970"/>
            <a:ext cx="2849206" cy="160468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Non-sequential Model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2DB9656D-16E5-A7D6-134E-E47CF7395246}"/>
              </a:ext>
            </a:extLst>
          </p:cNvPr>
          <p:cNvSpPr/>
          <p:nvPr/>
        </p:nvSpPr>
        <p:spPr>
          <a:xfrm>
            <a:off x="9596449" y="3186288"/>
            <a:ext cx="2250141" cy="160468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Joint Model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D3693619-F27D-D971-806F-9F35A279AA8C}"/>
              </a:ext>
            </a:extLst>
          </p:cNvPr>
          <p:cNvCxnSpPr>
            <a:cxnSpLocks/>
            <a:stCxn id="3" idx="3"/>
            <a:endCxn id="10" idx="1"/>
          </p:cNvCxnSpPr>
          <p:nvPr/>
        </p:nvCxnSpPr>
        <p:spPr>
          <a:xfrm flipV="1">
            <a:off x="2218070" y="2497131"/>
            <a:ext cx="649199" cy="14963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243C6CA6-8343-F7E7-A395-7F149AF81C2A}"/>
              </a:ext>
            </a:extLst>
          </p:cNvPr>
          <p:cNvCxnSpPr>
            <a:cxnSpLocks/>
            <a:stCxn id="3" idx="3"/>
            <a:endCxn id="9" idx="1"/>
          </p:cNvCxnSpPr>
          <p:nvPr/>
        </p:nvCxnSpPr>
        <p:spPr>
          <a:xfrm>
            <a:off x="2218070" y="3993478"/>
            <a:ext cx="503087" cy="15998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E5BAD37C-EB62-AE83-14D8-3A54CC7F98EE}"/>
              </a:ext>
            </a:extLst>
          </p:cNvPr>
          <p:cNvCxnSpPr>
            <a:cxnSpLocks/>
            <a:stCxn id="10" idx="3"/>
            <a:endCxn id="8" idx="1"/>
          </p:cNvCxnSpPr>
          <p:nvPr/>
        </p:nvCxnSpPr>
        <p:spPr>
          <a:xfrm flipV="1">
            <a:off x="5117410" y="2476913"/>
            <a:ext cx="1329736" cy="202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9558D790-F52A-C4B5-EABD-B42AC893B14D}"/>
              </a:ext>
            </a:extLst>
          </p:cNvPr>
          <p:cNvCxnSpPr>
            <a:cxnSpLocks/>
            <a:stCxn id="9" idx="3"/>
            <a:endCxn id="21" idx="1"/>
          </p:cNvCxnSpPr>
          <p:nvPr/>
        </p:nvCxnSpPr>
        <p:spPr>
          <a:xfrm flipV="1">
            <a:off x="5263521" y="5593312"/>
            <a:ext cx="88409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3E931AA9-8D51-2815-8814-0538959D68ED}"/>
              </a:ext>
            </a:extLst>
          </p:cNvPr>
          <p:cNvCxnSpPr>
            <a:cxnSpLocks/>
            <a:stCxn id="8" idx="3"/>
            <a:endCxn id="22" idx="0"/>
          </p:cNvCxnSpPr>
          <p:nvPr/>
        </p:nvCxnSpPr>
        <p:spPr>
          <a:xfrm>
            <a:off x="8697287" y="2476913"/>
            <a:ext cx="2024233" cy="7093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D04AAD38-A162-DB89-BFFB-AC004E2FF01F}"/>
              </a:ext>
            </a:extLst>
          </p:cNvPr>
          <p:cNvCxnSpPr>
            <a:cxnSpLocks/>
            <a:stCxn id="21" idx="3"/>
            <a:endCxn id="22" idx="2"/>
          </p:cNvCxnSpPr>
          <p:nvPr/>
        </p:nvCxnSpPr>
        <p:spPr>
          <a:xfrm flipV="1">
            <a:off x="8996819" y="4790971"/>
            <a:ext cx="1724701" cy="8023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D4968D52-12C0-4500-1CD2-513093EF31B1}"/>
              </a:ext>
            </a:extLst>
          </p:cNvPr>
          <p:cNvSpPr txBox="1"/>
          <p:nvPr/>
        </p:nvSpPr>
        <p:spPr>
          <a:xfrm>
            <a:off x="2445555" y="3673106"/>
            <a:ext cx="36504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pre-processing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AC607DD8-9B61-3B41-539C-D41B4ECA6A3A}"/>
              </a:ext>
            </a:extLst>
          </p:cNvPr>
          <p:cNvSpPr txBox="1"/>
          <p:nvPr/>
        </p:nvSpPr>
        <p:spPr>
          <a:xfrm>
            <a:off x="5117410" y="3673106"/>
            <a:ext cx="29084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Labal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Selection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BA20617D-FFC8-1D44-D5FC-D1834ED6766D}"/>
              </a:ext>
            </a:extLst>
          </p:cNvPr>
          <p:cNvSpPr txBox="1"/>
          <p:nvPr/>
        </p:nvSpPr>
        <p:spPr>
          <a:xfrm>
            <a:off x="8014987" y="3657370"/>
            <a:ext cx="26314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Fusion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1616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DCE75ABE-FAE2-C726-EFC6-8B920549D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Multi-Agent Meta-Exploration by</a:t>
            </a:r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Exploiting State-Action Space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B9D7D04-24A8-1E81-4669-266D1AA64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591" y="2640107"/>
            <a:ext cx="8318379" cy="3202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592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979FA2-17C3-A57C-9BDB-8C8B88756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Decentralized Control Barrier Functions to Certificate Multi-agent Reinforcement Learning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85A731B-E032-C5AA-42F2-29ADCE2C8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389" y="1843643"/>
            <a:ext cx="9738826" cy="4550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710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59</Words>
  <Application>Microsoft Office PowerPoint</Application>
  <PresentationFormat>宽屏</PresentationFormat>
  <Paragraphs>21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等线</vt:lpstr>
      <vt:lpstr>等线 Light</vt:lpstr>
      <vt:lpstr>Arial</vt:lpstr>
      <vt:lpstr>Times New Roman</vt:lpstr>
      <vt:lpstr>Office 主题​​</vt:lpstr>
      <vt:lpstr>Low-Switching-Cost Reinforcement Learning</vt:lpstr>
      <vt:lpstr>AI + Finance: Deep Learning Framework For Risk Prediction</vt:lpstr>
      <vt:lpstr>Multi-Agent Meta-Exploration by Exploiting State-Action Space</vt:lpstr>
      <vt:lpstr>Learning Decentralized Control Barrier Functions to Certificate Multi-agent Reinforcement Learning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Low-Switching-Cost Reinforcement Learning</dc:title>
  <dc:creator>梁 晏成</dc:creator>
  <cp:lastModifiedBy>梁 晏成</cp:lastModifiedBy>
  <cp:revision>3</cp:revision>
  <dcterms:created xsi:type="dcterms:W3CDTF">2022-12-20T16:27:19Z</dcterms:created>
  <dcterms:modified xsi:type="dcterms:W3CDTF">2022-12-20T16:47:05Z</dcterms:modified>
</cp:coreProperties>
</file>